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6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7" r:id="rId11"/>
    <p:sldId id="268" r:id="rId12"/>
    <p:sldId id="269" r:id="rId13"/>
    <p:sldId id="264" r:id="rId14"/>
    <p:sldId id="265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EC61D4-86FA-494C-B646-5122C86CE38F}" v="62" dt="2025-12-29T07:07:31.1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1426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RUPA RAO SAGABALI" userId="f2eaa874aed20232" providerId="LiveId" clId="{0678B428-43A0-47CE-9504-1994802631B2}"/>
    <pc:docChg chg="undo custSel addSld modSld sldOrd">
      <pc:chgData name="KRUPA RAO SAGABALI" userId="f2eaa874aed20232" providerId="LiveId" clId="{0678B428-43A0-47CE-9504-1994802631B2}" dt="2025-12-29T07:07:31.100" v="466"/>
      <pc:docMkLst>
        <pc:docMk/>
      </pc:docMkLst>
      <pc:sldChg chg="addSp modSp mod modTransition">
        <pc:chgData name="KRUPA RAO SAGABALI" userId="f2eaa874aed20232" providerId="LiveId" clId="{0678B428-43A0-47CE-9504-1994802631B2}" dt="2025-12-29T07:05:49.661" v="446"/>
        <pc:sldMkLst>
          <pc:docMk/>
          <pc:sldMk cId="0" sldId="256"/>
        </pc:sldMkLst>
        <pc:spChg chg="mod">
          <ac:chgData name="KRUPA RAO SAGABALI" userId="f2eaa874aed20232" providerId="LiveId" clId="{0678B428-43A0-47CE-9504-1994802631B2}" dt="2025-12-29T06:52:11.444" v="401" actId="21"/>
          <ac:spMkLst>
            <pc:docMk/>
            <pc:sldMk cId="0" sldId="256"/>
            <ac:spMk id="2" creationId="{00000000-0000-0000-0000-000000000000}"/>
          </ac:spMkLst>
        </pc:spChg>
        <pc:spChg chg="add mod">
          <ac:chgData name="KRUPA RAO SAGABALI" userId="f2eaa874aed20232" providerId="LiveId" clId="{0678B428-43A0-47CE-9504-1994802631B2}" dt="2025-12-29T06:52:51.915" v="415" actId="113"/>
          <ac:spMkLst>
            <pc:docMk/>
            <pc:sldMk cId="0" sldId="256"/>
            <ac:spMk id="3" creationId="{53C01E86-A085-9B02-3631-F0E68616C500}"/>
          </ac:spMkLst>
        </pc:spChg>
      </pc:sldChg>
      <pc:sldChg chg="addSp modSp mod modTransition">
        <pc:chgData name="KRUPA RAO SAGABALI" userId="f2eaa874aed20232" providerId="LiveId" clId="{0678B428-43A0-47CE-9504-1994802631B2}" dt="2025-12-29T07:05:55.264" v="447"/>
        <pc:sldMkLst>
          <pc:docMk/>
          <pc:sldMk cId="0" sldId="257"/>
        </pc:sldMkLst>
        <pc:picChg chg="add mod modCrop">
          <ac:chgData name="KRUPA RAO SAGABALI" userId="f2eaa874aed20232" providerId="LiveId" clId="{0678B428-43A0-47CE-9504-1994802631B2}" dt="2025-12-29T06:51:51.468" v="398" actId="1076"/>
          <ac:picMkLst>
            <pc:docMk/>
            <pc:sldMk cId="0" sldId="257"/>
            <ac:picMk id="5" creationId="{C5BA9BB0-DECD-5A20-530C-3913D5EA530D}"/>
          </ac:picMkLst>
        </pc:picChg>
      </pc:sldChg>
      <pc:sldChg chg="addSp modSp mod modTransition">
        <pc:chgData name="KRUPA RAO SAGABALI" userId="f2eaa874aed20232" providerId="LiveId" clId="{0678B428-43A0-47CE-9504-1994802631B2}" dt="2025-12-29T07:05:58.093" v="448"/>
        <pc:sldMkLst>
          <pc:docMk/>
          <pc:sldMk cId="0" sldId="258"/>
        </pc:sldMkLst>
        <pc:picChg chg="add mod">
          <ac:chgData name="KRUPA RAO SAGABALI" userId="f2eaa874aed20232" providerId="LiveId" clId="{0678B428-43A0-47CE-9504-1994802631B2}" dt="2025-12-29T06:57:35.778" v="420" actId="1076"/>
          <ac:picMkLst>
            <pc:docMk/>
            <pc:sldMk cId="0" sldId="258"/>
            <ac:picMk id="5" creationId="{473F8C3F-0575-EA19-AA7E-56CFE79D75FD}"/>
          </ac:picMkLst>
        </pc:picChg>
      </pc:sldChg>
      <pc:sldChg chg="addSp modSp mod modTransition">
        <pc:chgData name="KRUPA RAO SAGABALI" userId="f2eaa874aed20232" providerId="LiveId" clId="{0678B428-43A0-47CE-9504-1994802631B2}" dt="2025-12-29T07:06:03.330" v="450"/>
        <pc:sldMkLst>
          <pc:docMk/>
          <pc:sldMk cId="0" sldId="259"/>
        </pc:sldMkLst>
        <pc:picChg chg="add mod">
          <ac:chgData name="KRUPA RAO SAGABALI" userId="f2eaa874aed20232" providerId="LiveId" clId="{0678B428-43A0-47CE-9504-1994802631B2}" dt="2025-12-29T06:59:59.602" v="425" actId="1076"/>
          <ac:picMkLst>
            <pc:docMk/>
            <pc:sldMk cId="0" sldId="259"/>
            <ac:picMk id="5" creationId="{97AC25AA-9F76-288B-385D-30C66A9BA09F}"/>
          </ac:picMkLst>
        </pc:picChg>
      </pc:sldChg>
      <pc:sldChg chg="addSp modSp mod modTransition">
        <pc:chgData name="KRUPA RAO SAGABALI" userId="f2eaa874aed20232" providerId="LiveId" clId="{0678B428-43A0-47CE-9504-1994802631B2}" dt="2025-12-29T07:06:06.546" v="451"/>
        <pc:sldMkLst>
          <pc:docMk/>
          <pc:sldMk cId="0" sldId="260"/>
        </pc:sldMkLst>
        <pc:picChg chg="add mod">
          <ac:chgData name="KRUPA RAO SAGABALI" userId="f2eaa874aed20232" providerId="LiveId" clId="{0678B428-43A0-47CE-9504-1994802631B2}" dt="2025-12-29T07:01:44.623" v="429" actId="1076"/>
          <ac:picMkLst>
            <pc:docMk/>
            <pc:sldMk cId="0" sldId="260"/>
            <ac:picMk id="5" creationId="{937D7629-7A9D-655B-D986-C3A362DF6268}"/>
          </ac:picMkLst>
        </pc:picChg>
      </pc:sldChg>
      <pc:sldChg chg="addSp modSp mod modTransition">
        <pc:chgData name="KRUPA RAO SAGABALI" userId="f2eaa874aed20232" providerId="LiveId" clId="{0678B428-43A0-47CE-9504-1994802631B2}" dt="2025-12-29T07:06:09.896" v="452"/>
        <pc:sldMkLst>
          <pc:docMk/>
          <pc:sldMk cId="0" sldId="261"/>
        </pc:sldMkLst>
        <pc:picChg chg="add mod">
          <ac:chgData name="KRUPA RAO SAGABALI" userId="f2eaa874aed20232" providerId="LiveId" clId="{0678B428-43A0-47CE-9504-1994802631B2}" dt="2025-12-29T07:02:54.066" v="432" actId="1076"/>
          <ac:picMkLst>
            <pc:docMk/>
            <pc:sldMk cId="0" sldId="261"/>
            <ac:picMk id="5" creationId="{5AEE84EF-F404-3CC6-D8DE-E907B4DF3FA6}"/>
          </ac:picMkLst>
        </pc:picChg>
      </pc:sldChg>
      <pc:sldChg chg="addSp modSp mod modTransition">
        <pc:chgData name="KRUPA RAO SAGABALI" userId="f2eaa874aed20232" providerId="LiveId" clId="{0678B428-43A0-47CE-9504-1994802631B2}" dt="2025-12-29T07:06:14.631" v="453"/>
        <pc:sldMkLst>
          <pc:docMk/>
          <pc:sldMk cId="0" sldId="262"/>
        </pc:sldMkLst>
        <pc:picChg chg="add mod modCrop">
          <ac:chgData name="KRUPA RAO SAGABALI" userId="f2eaa874aed20232" providerId="LiveId" clId="{0678B428-43A0-47CE-9504-1994802631B2}" dt="2025-12-29T07:03:57.548" v="438" actId="1076"/>
          <ac:picMkLst>
            <pc:docMk/>
            <pc:sldMk cId="0" sldId="262"/>
            <ac:picMk id="5" creationId="{E87A4DA0-6521-0D4C-35FD-1C4C5E168B43}"/>
          </ac:picMkLst>
        </pc:picChg>
      </pc:sldChg>
      <pc:sldChg chg="addSp modSp mod ord modTransition">
        <pc:chgData name="KRUPA RAO SAGABALI" userId="f2eaa874aed20232" providerId="LiveId" clId="{0678B428-43A0-47CE-9504-1994802631B2}" dt="2025-12-29T07:06:19.123" v="454"/>
        <pc:sldMkLst>
          <pc:docMk/>
          <pc:sldMk cId="0" sldId="263"/>
        </pc:sldMkLst>
        <pc:picChg chg="add mod">
          <ac:chgData name="KRUPA RAO SAGABALI" userId="f2eaa874aed20232" providerId="LiveId" clId="{0678B428-43A0-47CE-9504-1994802631B2}" dt="2025-12-29T07:04:44.157" v="442" actId="1076"/>
          <ac:picMkLst>
            <pc:docMk/>
            <pc:sldMk cId="0" sldId="263"/>
            <ac:picMk id="5" creationId="{7B7D1945-E382-511A-95DA-0C7C5785E126}"/>
          </ac:picMkLst>
        </pc:picChg>
      </pc:sldChg>
      <pc:sldChg chg="addSp modSp mod modTransition">
        <pc:chgData name="KRUPA RAO SAGABALI" userId="f2eaa874aed20232" providerId="LiveId" clId="{0678B428-43A0-47CE-9504-1994802631B2}" dt="2025-12-29T07:07:21.572" v="464"/>
        <pc:sldMkLst>
          <pc:docMk/>
          <pc:sldMk cId="0" sldId="264"/>
        </pc:sldMkLst>
        <pc:picChg chg="add mod">
          <ac:chgData name="KRUPA RAO SAGABALI" userId="f2eaa874aed20232" providerId="LiveId" clId="{0678B428-43A0-47CE-9504-1994802631B2}" dt="2025-12-29T07:05:22.481" v="445" actId="1076"/>
          <ac:picMkLst>
            <pc:docMk/>
            <pc:sldMk cId="0" sldId="264"/>
            <ac:picMk id="5" creationId="{E54C549D-BA04-488F-1E29-DC02FEF045FD}"/>
          </ac:picMkLst>
        </pc:picChg>
      </pc:sldChg>
      <pc:sldChg chg="modTransition">
        <pc:chgData name="KRUPA RAO SAGABALI" userId="f2eaa874aed20232" providerId="LiveId" clId="{0678B428-43A0-47CE-9504-1994802631B2}" dt="2025-12-29T07:07:31.100" v="466"/>
        <pc:sldMkLst>
          <pc:docMk/>
          <pc:sldMk cId="0" sldId="265"/>
        </pc:sldMkLst>
      </pc:sldChg>
      <pc:sldChg chg="addSp modSp new mod modTransition">
        <pc:chgData name="KRUPA RAO SAGABALI" userId="f2eaa874aed20232" providerId="LiveId" clId="{0678B428-43A0-47CE-9504-1994802631B2}" dt="2025-12-29T07:06:28.165" v="456"/>
        <pc:sldMkLst>
          <pc:docMk/>
          <pc:sldMk cId="3077218923" sldId="266"/>
        </pc:sldMkLst>
        <pc:spChg chg="add mod">
          <ac:chgData name="KRUPA RAO SAGABALI" userId="f2eaa874aed20232" providerId="LiveId" clId="{0678B428-43A0-47CE-9504-1994802631B2}" dt="2025-12-29T06:41:44.785" v="376" actId="1076"/>
          <ac:spMkLst>
            <pc:docMk/>
            <pc:sldMk cId="3077218923" sldId="266"/>
            <ac:spMk id="4" creationId="{61D343E5-EEEE-F360-093B-83AA6B478E90}"/>
          </ac:spMkLst>
        </pc:spChg>
        <pc:picChg chg="add mod">
          <ac:chgData name="KRUPA RAO SAGABALI" userId="f2eaa874aed20232" providerId="LiveId" clId="{0678B428-43A0-47CE-9504-1994802631B2}" dt="2025-12-29T06:38:42.713" v="266" actId="1076"/>
          <ac:picMkLst>
            <pc:docMk/>
            <pc:sldMk cId="3077218923" sldId="266"/>
            <ac:picMk id="3" creationId="{564097A8-2A1C-9D2A-69A4-22CB7067AC99}"/>
          </ac:picMkLst>
        </pc:picChg>
      </pc:sldChg>
      <pc:sldChg chg="addSp modSp new mod modTransition">
        <pc:chgData name="KRUPA RAO SAGABALI" userId="f2eaa874aed20232" providerId="LiveId" clId="{0678B428-43A0-47CE-9504-1994802631B2}" dt="2025-12-29T07:06:33.830" v="457"/>
        <pc:sldMkLst>
          <pc:docMk/>
          <pc:sldMk cId="6277024" sldId="267"/>
        </pc:sldMkLst>
        <pc:spChg chg="add mod">
          <ac:chgData name="KRUPA RAO SAGABALI" userId="f2eaa874aed20232" providerId="LiveId" clId="{0678B428-43A0-47CE-9504-1994802631B2}" dt="2025-12-29T06:40:00.044" v="310"/>
          <ac:spMkLst>
            <pc:docMk/>
            <pc:sldMk cId="6277024" sldId="267"/>
            <ac:spMk id="4" creationId="{5A31DB66-02A4-5C39-79E9-69901BC48C80}"/>
          </ac:spMkLst>
        </pc:spChg>
        <pc:picChg chg="add mod">
          <ac:chgData name="KRUPA RAO SAGABALI" userId="f2eaa874aed20232" providerId="LiveId" clId="{0678B428-43A0-47CE-9504-1994802631B2}" dt="2025-12-29T06:39:26.926" v="291" actId="931"/>
          <ac:picMkLst>
            <pc:docMk/>
            <pc:sldMk cId="6277024" sldId="267"/>
            <ac:picMk id="3" creationId="{ABC159A6-E77B-A91F-0AFD-76C0ED148F25}"/>
          </ac:picMkLst>
        </pc:picChg>
      </pc:sldChg>
      <pc:sldChg chg="addSp modSp new mod modTransition">
        <pc:chgData name="KRUPA RAO SAGABALI" userId="f2eaa874aed20232" providerId="LiveId" clId="{0678B428-43A0-47CE-9504-1994802631B2}" dt="2025-12-29T07:06:41.786" v="458"/>
        <pc:sldMkLst>
          <pc:docMk/>
          <pc:sldMk cId="854856407" sldId="268"/>
        </pc:sldMkLst>
        <pc:spChg chg="add mod">
          <ac:chgData name="KRUPA RAO SAGABALI" userId="f2eaa874aed20232" providerId="LiveId" clId="{0678B428-43A0-47CE-9504-1994802631B2}" dt="2025-12-29T06:41:50.910" v="377" actId="1076"/>
          <ac:spMkLst>
            <pc:docMk/>
            <pc:sldMk cId="854856407" sldId="268"/>
            <ac:spMk id="4" creationId="{5283831A-36AB-EDA0-DAD5-37CC7B611181}"/>
          </ac:spMkLst>
        </pc:spChg>
        <pc:picChg chg="add mod">
          <ac:chgData name="KRUPA RAO SAGABALI" userId="f2eaa874aed20232" providerId="LiveId" clId="{0678B428-43A0-47CE-9504-1994802631B2}" dt="2025-12-29T06:40:37.778" v="317" actId="1076"/>
          <ac:picMkLst>
            <pc:docMk/>
            <pc:sldMk cId="854856407" sldId="268"/>
            <ac:picMk id="3" creationId="{5DDAE21D-8C6B-B2E3-D9DB-30CE294B33FD}"/>
          </ac:picMkLst>
        </pc:picChg>
      </pc:sldChg>
      <pc:sldChg chg="addSp modSp new mod modTransition">
        <pc:chgData name="KRUPA RAO SAGABALI" userId="f2eaa874aed20232" providerId="LiveId" clId="{0678B428-43A0-47CE-9504-1994802631B2}" dt="2025-12-29T07:07:08.228" v="463"/>
        <pc:sldMkLst>
          <pc:docMk/>
          <pc:sldMk cId="3868188656" sldId="269"/>
        </pc:sldMkLst>
        <pc:spChg chg="add mod">
          <ac:chgData name="KRUPA RAO SAGABALI" userId="f2eaa874aed20232" providerId="LiveId" clId="{0678B428-43A0-47CE-9504-1994802631B2}" dt="2025-12-29T06:41:56.566" v="378" actId="1076"/>
          <ac:spMkLst>
            <pc:docMk/>
            <pc:sldMk cId="3868188656" sldId="269"/>
            <ac:spMk id="2" creationId="{678177F7-DBF2-6F04-EE57-AF54CBCF7372}"/>
          </ac:spMkLst>
        </pc:spChg>
        <pc:picChg chg="add mod">
          <ac:chgData name="KRUPA RAO SAGABALI" userId="f2eaa874aed20232" providerId="LiveId" clId="{0678B428-43A0-47CE-9504-1994802631B2}" dt="2025-12-29T06:42:06.272" v="381" actId="1076"/>
          <ac:picMkLst>
            <pc:docMk/>
            <pc:sldMk cId="3868188656" sldId="269"/>
            <ac:picMk id="4" creationId="{64ECEB13-99D9-9A31-8ED2-143242386BDE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9314" y="596019"/>
            <a:ext cx="7510506" cy="3213982"/>
          </a:xfrm>
        </p:spPr>
        <p:txBody>
          <a:bodyPr anchor="b">
            <a:normAutofit/>
          </a:bodyPr>
          <a:lstStyle>
            <a:lvl1pPr algn="ctr">
              <a:defRPr sz="40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9314" y="3886200"/>
            <a:ext cx="7510506" cy="2219108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0" scaled="1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552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4220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314" y="3270698"/>
            <a:ext cx="7510506" cy="1823305"/>
          </a:xfrm>
        </p:spPr>
        <p:txBody>
          <a:bodyPr anchor="b">
            <a:normAutofit/>
          </a:bodyPr>
          <a:lstStyle>
            <a:lvl1pPr algn="r">
              <a:defRPr sz="2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9314" y="5103810"/>
            <a:ext cx="7510506" cy="99825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2890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347" y="2060898"/>
            <a:ext cx="3685073" cy="4031331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0" y="2060898"/>
            <a:ext cx="3689239" cy="403133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5683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6306" y="2060898"/>
            <a:ext cx="3397113" cy="733596"/>
          </a:xfrm>
        </p:spPr>
        <p:txBody>
          <a:bodyPr anchor="b">
            <a:noAutofit/>
          </a:bodyPr>
          <a:lstStyle>
            <a:lvl1pPr marL="0" indent="0">
              <a:buNone/>
              <a:defRPr sz="2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8347" y="2786027"/>
            <a:ext cx="3685073" cy="3316033"/>
          </a:xfrm>
        </p:spPr>
        <p:txBody>
          <a:bodyPr anchor="t"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10150" y="2060898"/>
            <a:ext cx="3419670" cy="725129"/>
          </a:xfrm>
        </p:spPr>
        <p:txBody>
          <a:bodyPr anchor="b">
            <a:noAutofit/>
          </a:bodyPr>
          <a:lstStyle>
            <a:lvl1pPr marL="0" indent="0">
              <a:buNone/>
              <a:defRPr sz="2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65" y="2786027"/>
            <a:ext cx="3701520" cy="3316033"/>
          </a:xfrm>
        </p:spPr>
        <p:txBody>
          <a:bodyPr anchor="t"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8652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3731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6682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347" y="1754928"/>
            <a:ext cx="2729523" cy="1371600"/>
          </a:xfrm>
        </p:spPr>
        <p:txBody>
          <a:bodyPr anchor="b">
            <a:normAutofit/>
          </a:bodyPr>
          <a:lstStyle>
            <a:lvl1pPr algn="l">
              <a:defRPr sz="2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28856" y="596018"/>
            <a:ext cx="4500964" cy="5506041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8347" y="3126528"/>
            <a:ext cx="2729523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9835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347" y="1898269"/>
            <a:ext cx="4423803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15442" y="-18288"/>
            <a:ext cx="2500062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7318" y="3269869"/>
            <a:ext cx="4423803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23649" y="6181344"/>
            <a:ext cx="718502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18348" y="6181344"/>
            <a:ext cx="37053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24262" y="6181344"/>
            <a:ext cx="305186" cy="32925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722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677" y="4377485"/>
            <a:ext cx="7413007" cy="907505"/>
          </a:xfrm>
        </p:spPr>
        <p:txBody>
          <a:bodyPr anchor="b">
            <a:normAutofit/>
          </a:bodyPr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7678" y="996188"/>
            <a:ext cx="7301427" cy="298112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677" y="5284990"/>
            <a:ext cx="7413007" cy="81707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7678" y="6181344"/>
            <a:ext cx="533727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8627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347" y="596018"/>
            <a:ext cx="7511474" cy="3137782"/>
          </a:xfrm>
        </p:spPr>
        <p:txBody>
          <a:bodyPr anchor="ctr">
            <a:normAutofit/>
          </a:bodyPr>
          <a:lstStyle>
            <a:lvl1pPr algn="l">
              <a:defRPr sz="2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347" y="4343400"/>
            <a:ext cx="7511474" cy="175866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1360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583818" y="86027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88822" y="29859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942" y="596018"/>
            <a:ext cx="6974115" cy="3044079"/>
          </a:xfrm>
        </p:spPr>
        <p:txBody>
          <a:bodyPr anchor="ctr">
            <a:normAutofit/>
          </a:bodyPr>
          <a:lstStyle>
            <a:lvl1pPr algn="l">
              <a:defRPr sz="28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256436" y="3650606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4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347" y="4641206"/>
            <a:ext cx="7511473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0" scaled="1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1069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347" y="3603566"/>
            <a:ext cx="7512338" cy="1468800"/>
          </a:xfrm>
        </p:spPr>
        <p:txBody>
          <a:bodyPr anchor="b">
            <a:normAutofit/>
          </a:bodyPr>
          <a:lstStyle>
            <a:lvl1pPr algn="l">
              <a:defRPr sz="2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1015" y="5072366"/>
            <a:ext cx="7512339" cy="102969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8667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583818" y="75385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87556" y="287949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942" y="596018"/>
            <a:ext cx="6974115" cy="2844369"/>
          </a:xfrm>
        </p:spPr>
        <p:txBody>
          <a:bodyPr anchor="ctr">
            <a:normAutofit/>
          </a:bodyPr>
          <a:lstStyle>
            <a:lvl1pPr algn="l">
              <a:defRPr sz="28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818347" y="3886200"/>
            <a:ext cx="7512338" cy="105366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0" scaled="1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347" y="4939862"/>
            <a:ext cx="7512338" cy="1162198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2853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346" y="596018"/>
            <a:ext cx="7511473" cy="275678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818346" y="3682941"/>
            <a:ext cx="7511473" cy="1049283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347" y="4732224"/>
            <a:ext cx="7511472" cy="1369836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801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818347" y="596018"/>
            <a:ext cx="7511473" cy="13124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3744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1708" y="596018"/>
            <a:ext cx="1778112" cy="550604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8347" y="596018"/>
            <a:ext cx="5624137" cy="5506042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317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8347" y="596018"/>
            <a:ext cx="7511473" cy="13124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348" y="2060898"/>
            <a:ext cx="7511472" cy="4041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51708" y="6178260"/>
            <a:ext cx="12874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18347" y="6178260"/>
            <a:ext cx="56241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17202" y="617826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99166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64" r:id="rId1"/>
    <p:sldLayoutId id="2147483865" r:id="rId2"/>
    <p:sldLayoutId id="2147483866" r:id="rId3"/>
    <p:sldLayoutId id="2147483867" r:id="rId4"/>
    <p:sldLayoutId id="2147483868" r:id="rId5"/>
    <p:sldLayoutId id="2147483869" r:id="rId6"/>
    <p:sldLayoutId id="2147483870" r:id="rId7"/>
    <p:sldLayoutId id="2147483871" r:id="rId8"/>
    <p:sldLayoutId id="2147483872" r:id="rId9"/>
    <p:sldLayoutId id="2147483873" r:id="rId10"/>
    <p:sldLayoutId id="2147483874" r:id="rId11"/>
    <p:sldLayoutId id="2147483875" r:id="rId12"/>
    <p:sldLayoutId id="2147483876" r:id="rId13"/>
    <p:sldLayoutId id="2147483877" r:id="rId14"/>
    <p:sldLayoutId id="2147483878" r:id="rId15"/>
    <p:sldLayoutId id="2147483879" r:id="rId16"/>
    <p:sldLayoutId id="2147483880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28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1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1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1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1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6888" y="914400"/>
            <a:ext cx="852220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/>
            </a:pPr>
            <a:r>
              <a:rPr sz="3600" dirty="0"/>
              <a:t>Parking Slot Tracker</a:t>
            </a:r>
            <a:br>
              <a:rPr sz="3600" dirty="0"/>
            </a:br>
            <a:r>
              <a:rPr sz="3600" dirty="0"/>
              <a:t>Smart Parking Management System</a:t>
            </a:r>
            <a:endParaRPr lang="en-US" sz="3600" dirty="0"/>
          </a:p>
          <a:p>
            <a:pPr>
              <a:defRPr sz="3600" b="1"/>
            </a:pPr>
            <a:endParaRPr lang="en-IN" sz="3600" dirty="0"/>
          </a:p>
          <a:p>
            <a:pPr>
              <a:defRPr sz="3600" b="1"/>
            </a:pPr>
            <a:endParaRPr lang="en-IN" sz="3600" dirty="0"/>
          </a:p>
          <a:p>
            <a:pPr>
              <a:defRPr sz="3600" b="1"/>
            </a:pPr>
            <a:endParaRPr lang="en-IN"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C01E86-A085-9B02-3631-F0E68616C500}"/>
              </a:ext>
            </a:extLst>
          </p:cNvPr>
          <p:cNvSpPr txBox="1"/>
          <p:nvPr/>
        </p:nvSpPr>
        <p:spPr>
          <a:xfrm>
            <a:off x="246888" y="2484060"/>
            <a:ext cx="889711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3600" b="1"/>
            </a:pPr>
            <a:r>
              <a:rPr lang="en-IN" dirty="0">
                <a:latin typeface="Calbri"/>
              </a:rPr>
              <a:t>Team Members</a:t>
            </a:r>
          </a:p>
          <a:p>
            <a:pPr>
              <a:defRPr sz="3600" b="1"/>
            </a:pPr>
            <a:r>
              <a:rPr lang="en-IN" dirty="0">
                <a:latin typeface="Calbri"/>
              </a:rPr>
              <a:t>B. Sai Amulya Goud-217022026193</a:t>
            </a:r>
          </a:p>
          <a:p>
            <a:pPr>
              <a:defRPr sz="3600" b="1"/>
            </a:pPr>
            <a:r>
              <a:rPr lang="en-IN" dirty="0">
                <a:latin typeface="Calbri"/>
              </a:rPr>
              <a:t>Lingam Teja Manasvi-217022026216</a:t>
            </a:r>
          </a:p>
          <a:p>
            <a:pPr>
              <a:defRPr sz="3600" b="1"/>
            </a:pPr>
            <a:r>
              <a:rPr lang="en-IN" dirty="0">
                <a:latin typeface="Calbri"/>
              </a:rPr>
              <a:t>K. Deekshitha Yadav-210722026205</a:t>
            </a:r>
          </a:p>
          <a:p>
            <a:endParaRPr lang="en-IN" dirty="0">
              <a:latin typeface="Cal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Rapid growth of vehicles causes parking congestion</a:t>
            </a:r>
          </a:p>
          <a:p>
            <a:pPr>
              <a:spcAft>
                <a:spcPts val="1200"/>
              </a:spcAft>
              <a:defRPr sz="2400"/>
            </a:pPr>
            <a:r>
              <a:t>Drivers waste time searching for free parking slots</a:t>
            </a:r>
          </a:p>
          <a:p>
            <a:pPr>
              <a:spcAft>
                <a:spcPts val="1200"/>
              </a:spcAft>
              <a:defRPr sz="2400"/>
            </a:pPr>
            <a:r>
              <a:t>Traditional parking systems lack real-time updates</a:t>
            </a:r>
          </a:p>
          <a:p>
            <a:pPr>
              <a:spcAft>
                <a:spcPts val="1200"/>
              </a:spcAft>
              <a:defRPr sz="2400"/>
            </a:pPr>
            <a:r>
              <a:t>Need for a smart automated parking solution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BA9BB0-DECD-5A20-530C-3913D5EA530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715" t="9538" r="17138" b="15675"/>
          <a:stretch>
            <a:fillRect/>
          </a:stretch>
        </p:blipFill>
        <p:spPr>
          <a:xfrm>
            <a:off x="2560320" y="3685031"/>
            <a:ext cx="4270248" cy="2715769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Problem Statement &amp; Need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No real-time visibility of vacant parking slots</a:t>
            </a:r>
          </a:p>
          <a:p>
            <a:pPr>
              <a:spcAft>
                <a:spcPts val="1200"/>
              </a:spcAft>
              <a:defRPr sz="2400"/>
            </a:pPr>
            <a:r>
              <a:t>Entry/exit based systems are inaccurate</a:t>
            </a:r>
          </a:p>
          <a:p>
            <a:pPr>
              <a:spcAft>
                <a:spcPts val="1200"/>
              </a:spcAft>
              <a:defRPr sz="2400"/>
            </a:pPr>
            <a:r>
              <a:t>Oversized or poorly parked vehicles cause issues</a:t>
            </a:r>
          </a:p>
          <a:p>
            <a:pPr>
              <a:spcAft>
                <a:spcPts val="1200"/>
              </a:spcAft>
              <a:defRPr sz="2400"/>
            </a:pPr>
            <a:r>
              <a:t>Existing systems are costly and inefficient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3F8C3F-0575-EA19-AA7E-56CFE79D75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9088" y="3605306"/>
            <a:ext cx="3925824" cy="30210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Objectives &amp;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Detect real-time parking slot availability</a:t>
            </a:r>
          </a:p>
          <a:p>
            <a:pPr>
              <a:spcAft>
                <a:spcPts val="1200"/>
              </a:spcAft>
              <a:defRPr sz="2400"/>
            </a:pPr>
            <a:r>
              <a:t>Reduce parking search time</a:t>
            </a:r>
          </a:p>
          <a:p>
            <a:pPr>
              <a:spcAft>
                <a:spcPts val="1200"/>
              </a:spcAft>
              <a:defRPr sz="2400"/>
            </a:pPr>
            <a:r>
              <a:t>Improve space utilization</a:t>
            </a:r>
          </a:p>
          <a:p>
            <a:pPr>
              <a:spcAft>
                <a:spcPts val="1200"/>
              </a:spcAft>
              <a:defRPr sz="2400"/>
            </a:pPr>
            <a:r>
              <a:t>Support small to medium parking areas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AC25AA-9F76-288B-385D-30C66A9BA0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8597" y="3429000"/>
            <a:ext cx="3722590" cy="3310127"/>
          </a:xfrm>
          <a:prstGeom prst="rect">
            <a:avLst/>
          </a:prstGeom>
        </p:spPr>
      </p:pic>
    </p:spTree>
  </p:cSld>
  <p:clrMapOvr>
    <a:masterClrMapping/>
  </p:clrMapOvr>
  <p:transition spd="slow">
    <p:randomBar dir="vert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System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rPr dirty="0"/>
              <a:t>Sensors: IR / Ultrasonic / Camera</a:t>
            </a:r>
          </a:p>
          <a:p>
            <a:pPr>
              <a:spcAft>
                <a:spcPts val="1200"/>
              </a:spcAft>
              <a:defRPr sz="2400"/>
            </a:pPr>
            <a:r>
              <a:rPr dirty="0"/>
              <a:t>Microcontroller: Arduino / ESP32</a:t>
            </a:r>
          </a:p>
          <a:p>
            <a:pPr>
              <a:spcAft>
                <a:spcPts val="1200"/>
              </a:spcAft>
              <a:defRPr sz="2400"/>
            </a:pPr>
            <a:r>
              <a:rPr dirty="0"/>
              <a:t>Backend server with database</a:t>
            </a:r>
          </a:p>
          <a:p>
            <a:pPr>
              <a:spcAft>
                <a:spcPts val="1200"/>
              </a:spcAft>
              <a:defRPr sz="2400"/>
            </a:pPr>
            <a:r>
              <a:rPr dirty="0"/>
              <a:t>Web or mobile application interface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7D7629-7A9D-655B-D986-C3A362DF62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8022" y="3664186"/>
            <a:ext cx="2514410" cy="273661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System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Real-time slot availability tracking</a:t>
            </a:r>
          </a:p>
          <a:p>
            <a:pPr>
              <a:spcAft>
                <a:spcPts val="1200"/>
              </a:spcAft>
              <a:defRPr sz="2400"/>
            </a:pPr>
            <a:r>
              <a:t>Color-coded slot status display</a:t>
            </a:r>
          </a:p>
          <a:p>
            <a:pPr>
              <a:spcAft>
                <a:spcPts val="1200"/>
              </a:spcAft>
              <a:defRPr sz="2400"/>
            </a:pPr>
            <a:r>
              <a:t>Vehicle entry and exit time logging</a:t>
            </a:r>
          </a:p>
          <a:p>
            <a:pPr>
              <a:spcAft>
                <a:spcPts val="1200"/>
              </a:spcAft>
              <a:defRPr sz="2400"/>
            </a:pPr>
            <a:r>
              <a:t>Admin management and reporting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EE84EF-F404-3CC6-D8DE-E907B4DF3F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599" y="3429000"/>
            <a:ext cx="3693033" cy="3282696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Feasibility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Technically simple and easy to implement</a:t>
            </a:r>
          </a:p>
          <a:p>
            <a:pPr>
              <a:spcAft>
                <a:spcPts val="1200"/>
              </a:spcAft>
              <a:defRPr sz="2400"/>
            </a:pPr>
            <a:r>
              <a:t>Low-cost hardware components</a:t>
            </a:r>
          </a:p>
          <a:p>
            <a:pPr>
              <a:spcAft>
                <a:spcPts val="1200"/>
              </a:spcAft>
              <a:defRPr sz="2400"/>
            </a:pPr>
            <a:r>
              <a:t>Minimal human intervention</a:t>
            </a:r>
          </a:p>
          <a:p>
            <a:pPr>
              <a:spcAft>
                <a:spcPts val="1200"/>
              </a:spcAft>
              <a:defRPr sz="2400"/>
            </a:pPr>
            <a:r>
              <a:t>Scalable and reliable system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7A4DA0-6521-0D4C-35FD-1C4C5E168B4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332"/>
          <a:stretch>
            <a:fillRect/>
          </a:stretch>
        </p:blipFill>
        <p:spPr>
          <a:xfrm>
            <a:off x="2920624" y="3611880"/>
            <a:ext cx="3302752" cy="288950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rPr dirty="0"/>
              <a:t>Advantages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Saves time and fuel</a:t>
            </a:r>
          </a:p>
          <a:p>
            <a:pPr>
              <a:spcAft>
                <a:spcPts val="1200"/>
              </a:spcAft>
              <a:defRPr sz="2400"/>
            </a:pPr>
            <a:r>
              <a:t>Reduces traffic congestion</a:t>
            </a:r>
          </a:p>
          <a:p>
            <a:pPr>
              <a:spcAft>
                <a:spcPts val="1200"/>
              </a:spcAft>
              <a:defRPr sz="2400"/>
            </a:pPr>
            <a:r>
              <a:t>Improves user convenience</a:t>
            </a:r>
          </a:p>
          <a:p>
            <a:pPr>
              <a:spcAft>
                <a:spcPts val="1200"/>
              </a:spcAft>
              <a:defRPr sz="2400"/>
            </a:pPr>
            <a:r>
              <a:t>Supports smart campus and smart city initiatives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7D1945-E382-511A-95DA-0C7C5785E1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4093" y="3674173"/>
            <a:ext cx="2726627" cy="27266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64097A8-2A1C-9D2A-69A4-22CB7067AC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952" y="1370207"/>
            <a:ext cx="5608129" cy="471150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1D343E5-EEEE-F360-093B-83AA6B478E90}"/>
              </a:ext>
            </a:extLst>
          </p:cNvPr>
          <p:cNvSpPr txBox="1"/>
          <p:nvPr/>
        </p:nvSpPr>
        <p:spPr>
          <a:xfrm>
            <a:off x="301752" y="514678"/>
            <a:ext cx="45445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Use Case Diagram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30772189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BC159A6-E77B-A91F-0AFD-76C0ED148F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512" y="1033462"/>
            <a:ext cx="8562975" cy="479107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A31DB66-02A4-5C39-79E9-69901BC48C80}"/>
              </a:ext>
            </a:extLst>
          </p:cNvPr>
          <p:cNvSpPr txBox="1"/>
          <p:nvPr/>
        </p:nvSpPr>
        <p:spPr>
          <a:xfrm>
            <a:off x="290512" y="265176"/>
            <a:ext cx="44643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Class diagram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62770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DDAE21D-8C6B-B2E3-D9DB-30CE294B33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760" y="1505331"/>
            <a:ext cx="5535930" cy="485079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283831A-36AB-EDA0-DAD5-37CC7B611181}"/>
              </a:ext>
            </a:extLst>
          </p:cNvPr>
          <p:cNvSpPr txBox="1"/>
          <p:nvPr/>
        </p:nvSpPr>
        <p:spPr>
          <a:xfrm>
            <a:off x="246888" y="219456"/>
            <a:ext cx="59070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Sequence Diagram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85485640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prestige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78177F7-DBF2-6F04-EE57-AF54CBCF7372}"/>
              </a:ext>
            </a:extLst>
          </p:cNvPr>
          <p:cNvSpPr txBox="1"/>
          <p:nvPr/>
        </p:nvSpPr>
        <p:spPr>
          <a:xfrm>
            <a:off x="329184" y="438912"/>
            <a:ext cx="49834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Activity Diagram</a:t>
            </a:r>
            <a:endParaRPr lang="en-IN" sz="2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ECEB13-99D9-9A31-8ED2-143242386B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3365" y="1074817"/>
            <a:ext cx="4077269" cy="5344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188656"/>
      </p:ext>
    </p:extLst>
  </p:cSld>
  <p:clrMapOvr>
    <a:masterClrMapping/>
  </p:clrMapOvr>
  <p:transition spd="slow">
    <p:cover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Conclusion &amp;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Efficient and reliable smart parking solution</a:t>
            </a:r>
          </a:p>
          <a:p>
            <a:pPr>
              <a:spcAft>
                <a:spcPts val="1200"/>
              </a:spcAft>
              <a:defRPr sz="2400"/>
            </a:pPr>
            <a:r>
              <a:t>Demonstrates IoT and embedded system concepts</a:t>
            </a:r>
          </a:p>
          <a:p>
            <a:pPr>
              <a:spcAft>
                <a:spcPts val="1200"/>
              </a:spcAft>
              <a:defRPr sz="2400"/>
            </a:pPr>
            <a:r>
              <a:t>Future scope includes mobile apps and automated billing</a:t>
            </a:r>
          </a:p>
          <a:p>
            <a:pPr>
              <a:spcAft>
                <a:spcPts val="1200"/>
              </a:spcAft>
              <a:defRPr sz="2400"/>
            </a:pPr>
            <a:r>
              <a:t>Can be scaled for commercial parking systems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4C549D-BA04-488F-1E29-DC02FEF045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4311" y="3886200"/>
            <a:ext cx="2375378" cy="237537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228600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/>
            </a:pPr>
            <a:r>
              <a:t>Thank You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TM03457485[[fn=Mesh]]</Template>
  <TotalTime>32</TotalTime>
  <Words>224</Words>
  <Application>Microsoft Office PowerPoint</Application>
  <PresentationFormat>On-screen Show (4:3)</PresentationFormat>
  <Paragraphs>51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Calbri</vt:lpstr>
      <vt:lpstr>Century Gothic</vt:lpstr>
      <vt:lpstr>Mesh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KRUPA RAO SAGABALI</cp:lastModifiedBy>
  <cp:revision>1</cp:revision>
  <dcterms:created xsi:type="dcterms:W3CDTF">2013-01-27T09:14:16Z</dcterms:created>
  <dcterms:modified xsi:type="dcterms:W3CDTF">2025-12-29T07:07:32Z</dcterms:modified>
  <cp:category/>
</cp:coreProperties>
</file>